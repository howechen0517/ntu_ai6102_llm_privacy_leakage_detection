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920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A766A-D292-610F-6BF0-FD3E7013FA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473DC71-0751-3FBB-535E-F92AD93D9B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A012E4-124D-9C51-24A4-F82666297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135C-A7AA-4469-A2BE-996BD02386C1}" type="datetimeFigureOut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5E80E0-526A-9191-B554-9FA9ED04D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C2E327-36B0-6A12-890B-002DC5BB4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9F43-3BA0-446D-8933-4ECFB5BFF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328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C5677E-AFAB-7DAD-7FD9-F25FCCD9F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D289B3-8165-CA57-EC66-F5D0A1A3B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E0E6D5-8DF5-E6B0-9399-A558A2786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135C-A7AA-4469-A2BE-996BD02386C1}" type="datetimeFigureOut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B54EF0-DBB7-0290-4D73-B3F29833B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2EAF4B-F9D3-7B69-536D-331D2BF8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9F43-3BA0-446D-8933-4ECFB5BFF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493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D8B0C9-24D6-AC3D-7751-20164B0ED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AA3974-262B-6598-10A4-95BB0E3A2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6D9B0B-1239-37D7-77BD-9A67F80C4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135C-A7AA-4469-A2BE-996BD02386C1}" type="datetimeFigureOut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A552D5-7811-D6C3-3B39-85CD5B22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939CE6-D41D-91D2-B251-99B60A9B6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9F43-3BA0-446D-8933-4ECFB5BFF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2302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AFA555-CEC7-F031-D13B-E3F4BFCB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0FE244-381B-DD25-7FF6-82CCF0AF1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D70144-C91F-BD12-5D4E-185E58C48A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E30F6A-5EE7-CF59-84BE-C31DAE8E2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135C-A7AA-4469-A2BE-996BD02386C1}" type="datetimeFigureOut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F16C2D-ABA0-FEE3-62FB-0BC4E5E15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D0E54D-C28B-AF99-F2A5-8A0450565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9F43-3BA0-446D-8933-4ECFB5BFF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684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2246CC-2DA9-952C-3B85-E10BFC87F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F5C566-4A83-19B5-3F9A-E1781E28F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D216BC-4836-BDA0-7965-58FAA44B0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8140EF9-C509-695D-9F9B-4A43599232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E1FEC9B-C17F-82AA-9B0B-65078283BD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AD8CF59-187E-254E-05F9-29A4CAC9F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135C-A7AA-4469-A2BE-996BD02386C1}" type="datetimeFigureOut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CD0C66A-243F-F06E-C078-CA356AB7F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E2BC38A-4E17-5ADC-FB38-0968A385E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9F43-3BA0-446D-8933-4ECFB5BFF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127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34816A-4918-59EC-6230-32B4A8327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4B38E04-4906-8274-251B-736A619C8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135C-A7AA-4469-A2BE-996BD02386C1}" type="datetimeFigureOut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C945F9E-52C2-6825-2F06-7F9259183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40DB0A-ECAA-5287-3B91-2330C5711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9F43-3BA0-446D-8933-4ECFB5BFF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655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B4F8108-47B0-82F0-EAD7-367A5CC86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135C-A7AA-4469-A2BE-996BD02386C1}" type="datetimeFigureOut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7E6BF62-6219-0602-FDDB-32ABFE077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CC3F40-CE4C-E114-84E1-BC93092BE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9F43-3BA0-446D-8933-4ECFB5BFF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277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6A6FB4-B4FE-579B-F924-4636E694E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B358D2-4353-949F-BA76-368ADC7AE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B22139-C072-5646-8010-53D19521A2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F98A93-E273-078C-CAE1-378EB99F5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135C-A7AA-4469-A2BE-996BD02386C1}" type="datetimeFigureOut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9FEC26-6432-B669-B5AD-333802B2E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7E49E-B6A6-7AB6-3C03-C298900BA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9F43-3BA0-446D-8933-4ECFB5BFF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59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B28A25-809F-0D33-BE8D-9784BBDD7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66EAE5A-5994-3C36-88A1-7DC4A79E02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FD9B09-EC49-E3C3-3CB4-3CCF9C527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376E09-DD6E-699A-BEFE-917DC9B19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135C-A7AA-4469-A2BE-996BD02386C1}" type="datetimeFigureOut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276670-36DB-4238-A96F-B895A14CD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79B583-8D6B-555F-32E8-191F5D763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9F43-3BA0-446D-8933-4ECFB5BFF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539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E5D603-9E08-5D31-AF16-3BAE69667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E207B27-698D-9EBF-FC22-B39586924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40AFA6-C65F-3B4D-DC38-1CB52E65A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135C-A7AA-4469-A2BE-996BD02386C1}" type="datetimeFigureOut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165FD4-3299-C63F-7362-FD9FF8117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A33657-05EE-EBE4-6974-FE3FDB7B9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9F43-3BA0-446D-8933-4ECFB5BFF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020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08C6A5E-541F-B851-BAAB-5EAB86EB3A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7EAE5B-4E4D-E24C-B0E9-3663B8A202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F4977F-22C7-9DFC-8AFD-8353102FC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135C-A7AA-4469-A2BE-996BD02386C1}" type="datetimeFigureOut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57E474-2EB3-D5B8-FBD7-CFDB5F1F3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4EE575-CAC2-8074-4F27-63DA8A7F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F9F43-3BA0-446D-8933-4ECFB5BFF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149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19761CB-95B6-0A81-403E-19E2AD572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212105-6DC0-CF8E-ADD3-0D73683BD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711063-24CC-20AE-7147-1FE116B76F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14135C-A7AA-4469-A2BE-996BD02386C1}" type="datetimeFigureOut">
              <a:rPr lang="zh-CN" altLang="en-US" smtClean="0"/>
              <a:t>2024/11/14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7D5D74-058A-909D-2C13-A159FE1F0D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3A195F-C418-42BD-A530-E4ECD509A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AF9F43-3BA0-446D-8933-4ECFB5BFF7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150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lr_ngram_base_roc_curve_20241114_010758">
            <a:extLst>
              <a:ext uri="{FF2B5EF4-FFF2-40B4-BE49-F238E27FC236}">
                <a16:creationId xmlns:a16="http://schemas.microsoft.com/office/drawing/2014/main" id="{9C4E27B4-7C01-FCC5-01C2-112340B81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744" y="-901840"/>
            <a:ext cx="3840000" cy="288000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16" name="图片 15" descr="lr_tfidf_base_roc_curve_20241114_004313">
            <a:extLst>
              <a:ext uri="{FF2B5EF4-FFF2-40B4-BE49-F238E27FC236}">
                <a16:creationId xmlns:a16="http://schemas.microsoft.com/office/drawing/2014/main" id="{1A2EA00E-6B35-C4D1-7D36-2A1B99B6E1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744" y="-908155"/>
            <a:ext cx="3840000" cy="288000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18" name="图片 17" descr="rf_ngram_base_roc_curve_20241114_001058">
            <a:extLst>
              <a:ext uri="{FF2B5EF4-FFF2-40B4-BE49-F238E27FC236}">
                <a16:creationId xmlns:a16="http://schemas.microsoft.com/office/drawing/2014/main" id="{5743FEA1-0F28-DBE4-C11D-2CE1D00D80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744" y="1971845"/>
            <a:ext cx="3840000" cy="288000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20" name="图片 19" descr="rf_tfidf_base_roc_curve_20241114_004308">
            <a:extLst>
              <a:ext uri="{FF2B5EF4-FFF2-40B4-BE49-F238E27FC236}">
                <a16:creationId xmlns:a16="http://schemas.microsoft.com/office/drawing/2014/main" id="{4E68CA4B-382D-EBA0-2111-2AE7295920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744" y="1965530"/>
            <a:ext cx="3840000" cy="288000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22" name="图片 21" descr="svm_ngram_base_roc_curve_20241114_004337">
            <a:extLst>
              <a:ext uri="{FF2B5EF4-FFF2-40B4-BE49-F238E27FC236}">
                <a16:creationId xmlns:a16="http://schemas.microsoft.com/office/drawing/2014/main" id="{2700A6D3-CA47-87FA-3B8C-0770E297C1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744" y="4839215"/>
            <a:ext cx="3840000" cy="288000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24" name="图片 23" descr="svm_tfidf_base_roc_curve_20241114_004303">
            <a:extLst>
              <a:ext uri="{FF2B5EF4-FFF2-40B4-BE49-F238E27FC236}">
                <a16:creationId xmlns:a16="http://schemas.microsoft.com/office/drawing/2014/main" id="{93FDD543-FC00-25CA-7324-138F94FEA4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744" y="4845530"/>
            <a:ext cx="3840000" cy="2880000"/>
          </a:xfrm>
          <a:prstGeom prst="rect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EDD12906-FFE6-3E69-A742-DFFC820A64DC}"/>
              </a:ext>
            </a:extLst>
          </p:cNvPr>
          <p:cNvSpPr txBox="1"/>
          <p:nvPr/>
        </p:nvSpPr>
        <p:spPr>
          <a:xfrm>
            <a:off x="3960475" y="-1277487"/>
            <a:ext cx="894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N-gram</a:t>
            </a:r>
            <a:endParaRPr lang="zh-CN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0D62B3B-4AFC-1781-4900-76E0CD53ACDE}"/>
              </a:ext>
            </a:extLst>
          </p:cNvPr>
          <p:cNvSpPr txBox="1"/>
          <p:nvPr/>
        </p:nvSpPr>
        <p:spPr>
          <a:xfrm>
            <a:off x="7854047" y="-1283802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TF-IDF</a:t>
            </a:r>
            <a:endParaRPr lang="zh-CN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DC36F48-E10D-40E3-F46C-14FD30514E26}"/>
              </a:ext>
            </a:extLst>
          </p:cNvPr>
          <p:cNvSpPr txBox="1"/>
          <p:nvPr/>
        </p:nvSpPr>
        <p:spPr>
          <a:xfrm>
            <a:off x="1246474" y="208679"/>
            <a:ext cx="12158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</a:t>
            </a:r>
          </a:p>
          <a:p>
            <a:pPr algn="ctr"/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Regression</a:t>
            </a:r>
            <a:endParaRPr lang="zh-CN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756E67E-BABD-40DB-640A-BC0763282ED7}"/>
              </a:ext>
            </a:extLst>
          </p:cNvPr>
          <p:cNvSpPr txBox="1"/>
          <p:nvPr/>
        </p:nvSpPr>
        <p:spPr>
          <a:xfrm>
            <a:off x="1850614" y="3217707"/>
            <a:ext cx="62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SVM</a:t>
            </a:r>
            <a:endParaRPr lang="zh-CN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B687ACA-3C4C-ADCC-9A12-C4E86BE0082F}"/>
              </a:ext>
            </a:extLst>
          </p:cNvPr>
          <p:cNvSpPr txBox="1"/>
          <p:nvPr/>
        </p:nvSpPr>
        <p:spPr>
          <a:xfrm>
            <a:off x="1349932" y="5949736"/>
            <a:ext cx="986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</a:t>
            </a:r>
          </a:p>
          <a:p>
            <a:pPr algn="ctr"/>
            <a:r>
              <a:rPr lang="en-US" altLang="zh-C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Forest</a:t>
            </a:r>
            <a:endParaRPr lang="zh-CN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204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表, 折线图&#10;&#10;描述已自动生成">
            <a:extLst>
              <a:ext uri="{FF2B5EF4-FFF2-40B4-BE49-F238E27FC236}">
                <a16:creationId xmlns:a16="http://schemas.microsoft.com/office/drawing/2014/main" id="{49D3FCC2-7BE6-82F2-8C2B-D96C57CF6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15215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01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</Words>
  <Application>Microsoft Office PowerPoint</Application>
  <PresentationFormat>宽屏</PresentationFormat>
  <Paragraphs>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Calibri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#CHEN YUHAO#</dc:creator>
  <cp:lastModifiedBy>#CHEN YUHAO#</cp:lastModifiedBy>
  <cp:revision>1</cp:revision>
  <dcterms:created xsi:type="dcterms:W3CDTF">2024-11-13T17:27:40Z</dcterms:created>
  <dcterms:modified xsi:type="dcterms:W3CDTF">2024-11-13T17:52:55Z</dcterms:modified>
</cp:coreProperties>
</file>